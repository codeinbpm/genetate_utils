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季长芹" initials="季长芹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55" autoAdjust="0"/>
    <p:restoredTop sz="95320" autoAdjust="0"/>
  </p:normalViewPr>
  <p:slideViewPr>
    <p:cSldViewPr snapToGrid="0">
      <p:cViewPr varScale="1">
        <p:scale>
          <a:sx n="115" d="100"/>
          <a:sy n="115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4A1C3-29A0-4087-B1C6-A0D3E8391D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1BD73-75DB-48EE-A7D2-4D0BB8198E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1BD73-75DB-48EE-A7D2-4D0BB8198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72957" y="271579"/>
            <a:ext cx="7289201" cy="482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零束银河体 DemiBold" panose="02000700000000000000" pitchFamily="2" charset="-122"/>
                <a:ea typeface="零束银河体 DemiBold" panose="02000700000000000000" pitchFamily="2" charset="-122"/>
              </a:defRPr>
            </a:lvl1pPr>
          </a:lstStyle>
          <a:p>
            <a:pPr lvl="0"/>
            <a:r>
              <a:rPr lang="zh-CN" altLang="en-US" dirty="0"/>
              <a:t>请在此输入标题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" y="0"/>
            <a:ext cx="272956" cy="1009934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FCA27-8CC4-4C4F-B1E8-9D233108DE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D4921-5654-454A-8E65-757D14477A6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1031051" y="227071"/>
            <a:ext cx="938149" cy="400458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272956" cy="1009934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 {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valveType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1295401" y="3267390"/>
            <a:ext cx="98636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6855" y="1700976"/>
            <a:ext cx="543739" cy="307777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400" b="1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kumimoji="1" lang="en-US" altLang="ko-KR" sz="1400" b="1" u="sng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31801" y="5952301"/>
            <a:ext cx="1536700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latinLnBrk="1"/>
            <a:endParaRPr kumimoji="1" lang="en-US" altLang="zh-CN" sz="1200" b="1" u="sng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atinLnBrk="1"/>
            <a:r>
              <a:rPr kumimoji="1" lang="en-US" altLang="zh-CN" sz="1200" b="1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状态评价</a:t>
            </a:r>
            <a:endParaRPr kumimoji="1" lang="en-US" altLang="ko-KR" sz="1200" b="1" u="sng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514351" y="1322480"/>
            <a:ext cx="1108921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16985" y="3781786"/>
            <a:ext cx="723275" cy="3077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400" b="1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交付物</a:t>
            </a:r>
            <a:endParaRPr kumimoji="1" lang="en-US" altLang="ko-KR" sz="1400" b="1" u="sng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519937" y="6244401"/>
            <a:ext cx="1291167" cy="339725"/>
          </a:xfrm>
          <a:prstGeom prst="rect">
            <a:avLst/>
          </a:prstGeom>
          <a:solidFill>
            <a:srgbClr val="FFFF00"/>
          </a:solidFill>
          <a:ln w="38100">
            <a:noFill/>
            <a:miter lim="800000"/>
          </a:ln>
        </p:spPr>
        <p:txBody>
          <a:bodyPr anchor="ctr"/>
          <a:lstStyle/>
          <a:p>
            <a:pPr marL="90805" indent="-90805"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黄色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701618" y="6252338"/>
            <a:ext cx="1305983" cy="339725"/>
          </a:xfrm>
          <a:prstGeom prst="rect">
            <a:avLst/>
          </a:prstGeom>
          <a:solidFill>
            <a:srgbClr val="FF0000"/>
          </a:solidFill>
          <a:ln w="38100">
            <a:noFill/>
            <a:miter lim="800000"/>
          </a:ln>
        </p:spPr>
        <p:txBody>
          <a:bodyPr anchor="ctr"/>
          <a:lstStyle/>
          <a:p>
            <a:pPr marL="90805" indent="-90805"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871531" y="6239638"/>
            <a:ext cx="1305984" cy="339725"/>
          </a:xfrm>
          <a:prstGeom prst="rect">
            <a:avLst/>
          </a:prstGeom>
          <a:solidFill>
            <a:srgbClr val="009900"/>
          </a:solidFill>
          <a:ln w="38100">
            <a:noFill/>
            <a:miter lim="800000"/>
          </a:ln>
        </p:spPr>
        <p:txBody>
          <a:bodyPr anchor="ctr"/>
          <a:lstStyle/>
          <a:p>
            <a:pPr marL="90805" indent="-90805"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绿色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41443" y="5943600"/>
            <a:ext cx="814917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defTabSz="787400">
              <a:spcBef>
                <a:spcPct val="20000"/>
              </a:spcBef>
            </a:pPr>
            <a:r>
              <a:rPr lang="en-US" altLang="zh-CN" sz="6000" dirty="0">
                <a:latin typeface="Wingdings" panose="05000000000000000000" pitchFamily="2" charset="2"/>
                <a:ea typeface="Gulim" pitchFamily="34" charset="-127"/>
              </a:rPr>
              <a:t>ü</a:t>
            </a:r>
            <a:endParaRPr lang="en-US" altLang="zh-CN" sz="6000" dirty="0">
              <a:latin typeface="Wingdings" panose="05000000000000000000" pitchFamily="2" charset="2"/>
              <a:ea typeface="Gulim" pitchFamily="34" charset="-127"/>
            </a:endParaRPr>
          </a:p>
        </p:txBody>
      </p:sp>
      <p:sp>
        <p:nvSpPr>
          <p:cNvPr id="15" name="title"/>
          <p:cNvSpPr txBox="1">
            <a:spLocks noChangeArrowheads="1"/>
          </p:cNvSpPr>
          <p:nvPr/>
        </p:nvSpPr>
        <p:spPr>
          <a:xfrm>
            <a:off x="412539" y="746896"/>
            <a:ext cx="11857567" cy="33073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82800" rIns="91440" bIns="8280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{{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checkItem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1295401" y="3554729"/>
            <a:ext cx="10350500" cy="2521396"/>
          </a:xfrm>
          <a:prstGeom prst="rect">
            <a:avLst/>
          </a:prstGeom>
          <a:noFill/>
          <a:ln w="3175" cap="rnd">
            <a:solidFill>
              <a:schemeClr val="hlink"/>
            </a:solidFill>
            <a:prstDash val="sysDot"/>
            <a:miter lim="800000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状态及风险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{{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statusAndRisk}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补救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计划（按需）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remPlan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{{conclusion}}</a:t>
            </a:r>
            <a:endParaRPr lang="en-US" altLang="zh-CN" sz="14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1295401" y="1394489"/>
            <a:ext cx="10313988" cy="1584176"/>
          </a:xfrm>
          <a:prstGeom prst="rect">
            <a:avLst/>
          </a:prstGeom>
          <a:noFill/>
          <a:ln w="3175" cap="rnd">
            <a:solidFill>
              <a:schemeClr val="hlink"/>
            </a:solidFill>
            <a:prstDash val="sysDot"/>
            <a:miter lim="800000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{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itemRequest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ASPICE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的软件开发需求设计文档，包含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CTS/STS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、软件架构设计文档、软件详细设计及测试用例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评价标准：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绿色：软件开发需求设计交付物按计划发布完成，满足基线开发需求；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黄色：软件开发需求设计交付物未发布完成，延期计划得到批准；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红色：软件开发需求设计交付物未发布完成，且延期计划未被批准。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63435" y="4580889"/>
            <a:ext cx="1067692" cy="585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654467" y="3150889"/>
            <a:ext cx="489236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endParaRPr kumimoji="1" lang="en-US" altLang="ko-KR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412899" y="3086881"/>
            <a:ext cx="723275" cy="3077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400" b="1" u="sng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负责人</a:t>
            </a:r>
            <a:endParaRPr kumimoji="1" lang="en-US" altLang="ko-KR" sz="1400" b="1" u="sng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wner"/>
          <p:cNvSpPr>
            <a:spLocks noChangeArrowheads="1"/>
          </p:cNvSpPr>
          <p:nvPr/>
        </p:nvSpPr>
        <p:spPr bwMode="auto">
          <a:xfrm>
            <a:off x="1487239" y="3113098"/>
            <a:ext cx="1800000" cy="360000"/>
          </a:xfrm>
          <a:prstGeom prst="rect">
            <a:avLst/>
          </a:prstGeom>
          <a:noFill/>
          <a:ln w="3175" cap="rnd">
            <a:solidFill>
              <a:schemeClr val="folHlink"/>
            </a:solidFill>
            <a:prstDash val="sysDot"/>
            <a:miter lim="800000"/>
          </a:ln>
        </p:spPr>
        <p:txBody>
          <a:bodyPr anchor="ctr"/>
          <a:lstStyle/>
          <a:p>
            <a:pPr marL="90805" indent="-90805" algn="ctr"/>
            <a:r>
              <a:rPr lang="en-US" altLang="de-DE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de-DE" altLang="ko-KR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{owner}</a:t>
            </a:r>
            <a:r>
              <a:rPr lang="en-US" altLang="de-DE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de-DE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customer"/>
          <p:cNvSpPr>
            <a:spLocks noChangeArrowheads="1"/>
          </p:cNvSpPr>
          <p:nvPr/>
        </p:nvSpPr>
        <p:spPr bwMode="auto">
          <a:xfrm>
            <a:off x="4253277" y="3113098"/>
            <a:ext cx="1800000" cy="360000"/>
          </a:xfrm>
          <a:prstGeom prst="rect">
            <a:avLst/>
          </a:prstGeom>
          <a:noFill/>
          <a:ln w="3175" cap="rnd">
            <a:solidFill>
              <a:schemeClr val="folHlink"/>
            </a:solidFill>
            <a:prstDash val="sysDot"/>
            <a:miter lim="800000"/>
          </a:ln>
        </p:spPr>
        <p:txBody>
          <a:bodyPr anchor="ctr"/>
          <a:lstStyle/>
          <a:p>
            <a:pPr marL="90805" indent="-90805" algn="ctr"/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{{customer}}</a:t>
            </a:r>
            <a:endParaRPr lang="zh-CN" altLang="de-DE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9584449" y="3150889"/>
            <a:ext cx="793807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完成时间</a:t>
            </a:r>
            <a:endParaRPr kumimoji="1" lang="en-US" altLang="ko-KR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tart"/>
          <p:cNvSpPr>
            <a:spLocks noChangeArrowheads="1"/>
          </p:cNvSpPr>
          <p:nvPr/>
        </p:nvSpPr>
        <p:spPr bwMode="auto">
          <a:xfrm>
            <a:off x="10378256" y="3113098"/>
            <a:ext cx="1225890" cy="360000"/>
          </a:xfrm>
          <a:prstGeom prst="rect">
            <a:avLst/>
          </a:prstGeom>
          <a:noFill/>
          <a:ln w="3175" cap="rnd">
            <a:solidFill>
              <a:schemeClr val="folHlink"/>
            </a:solidFill>
            <a:prstDash val="sysDot"/>
            <a:miter lim="800000"/>
          </a:ln>
        </p:spPr>
        <p:txBody>
          <a:bodyPr anchor="ctr"/>
          <a:lstStyle/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completeTime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}}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6323616" y="3150889"/>
            <a:ext cx="1040478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atinLnBrk="1"/>
            <a:r>
              <a:rPr kumimoji="1"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板块</a:t>
            </a:r>
            <a:r>
              <a:rPr kumimoji="1" lang="en-US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  <a:r>
              <a:rPr kumimoji="1"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endParaRPr kumimoji="1" lang="en-US" altLang="ko-KR" sz="12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tart"/>
          <p:cNvSpPr>
            <a:spLocks noChangeArrowheads="1"/>
          </p:cNvSpPr>
          <p:nvPr/>
        </p:nvSpPr>
        <p:spPr bwMode="auto">
          <a:xfrm>
            <a:off x="7364094" y="3113098"/>
            <a:ext cx="1800000" cy="360000"/>
          </a:xfrm>
          <a:prstGeom prst="rect">
            <a:avLst/>
          </a:prstGeom>
          <a:noFill/>
          <a:ln w="3175" cap="rnd">
            <a:solidFill>
              <a:schemeClr val="folHlink"/>
            </a:solidFill>
            <a:prstDash val="sysDot"/>
            <a:miter lim="800000"/>
          </a:ln>
        </p:spPr>
        <p:txBody>
          <a:bodyPr anchor="ctr"/>
          <a:lstStyle/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802503" y="3915866"/>
            <a:ext cx="1554480" cy="17900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相关证明材料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customer"/>
          <p:cNvSpPr>
            <a:spLocks noChangeArrowheads="1"/>
          </p:cNvSpPr>
          <p:nvPr/>
        </p:nvSpPr>
        <p:spPr bwMode="auto">
          <a:xfrm>
            <a:off x="7387546" y="3114277"/>
            <a:ext cx="1800000" cy="360000"/>
          </a:xfrm>
          <a:prstGeom prst="rect">
            <a:avLst/>
          </a:prstGeom>
          <a:noFill/>
          <a:ln w="3175" cap="rnd">
            <a:solidFill>
              <a:schemeClr val="folHlink"/>
            </a:solidFill>
            <a:prstDash val="sysDot"/>
            <a:miter lim="800000"/>
          </a:ln>
        </p:spPr>
        <p:txBody>
          <a:bodyPr anchor="ctr"/>
          <a:lstStyle/>
          <a:p>
            <a:pPr marL="90805" indent="-90805" algn="ctr"/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{{plateConfirm}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de-DE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LEFT" val=" 143.875"/>
  <p:tag name="TOP" val=" 20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WPS 演示</Application>
  <PresentationFormat>宽屏</PresentationFormat>
  <Paragraphs>48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零束银河体 DemiBold</vt:lpstr>
      <vt:lpstr>宋体-简</vt:lpstr>
      <vt:lpstr>微软雅黑</vt:lpstr>
      <vt:lpstr>汉仪旗黑</vt:lpstr>
      <vt:lpstr>Gulim</vt:lpstr>
      <vt:lpstr>等线</vt:lpstr>
      <vt:lpstr>汉仪中等线KW</vt:lpstr>
      <vt:lpstr>宋体</vt:lpstr>
      <vt:lpstr>Arial Unicode MS</vt:lpstr>
      <vt:lpstr>等线 Light</vt:lpstr>
      <vt:lpstr>Calibri</vt:lpstr>
      <vt:lpstr>Helvetica Neue</vt:lpstr>
      <vt:lpstr>汉仪书宋二KW</vt:lpstr>
      <vt:lpstr>Apple SD Gothic Neo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谢刊</dc:creator>
  <cp:lastModifiedBy>.</cp:lastModifiedBy>
  <cp:revision>769</cp:revision>
  <dcterms:created xsi:type="dcterms:W3CDTF">2024-12-09T07:03:51Z</dcterms:created>
  <dcterms:modified xsi:type="dcterms:W3CDTF">2024-12-09T07:03:51Z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30F76D2726DCB64719945667BE700693_42</vt:lpwstr>
  </property>
  <property fmtid="{D5CDD505-2E9C-101B-9397-08002B2CF9AE}" pid="3" name="KSOProductBuildVer">
    <vt:lpwstr>2052-6.7.1.8828</vt:lpwstr>
  </property>
</Properties>
</file>